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12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4360" y="0"/>
            <a:ext cx="13716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03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DEEP DIVE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AgroBuy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Copiloto inteligente de compras para cooperativas agro de Paraguay.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LLM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0.748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del predictor ML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62/62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675120" y="5669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procurement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7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 Coopagro  ·  Itapua  ·  Zafra soja 26/27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Comprar bien es la diferencia entre zafra y perdida.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Paraguay, las cooperativas agro mueven millones de dolares al ano en urea, semilla y agroquimicos. Cada solicitud recibe 3 a 6 cotizaciones de proveedores distintos, en monedas distintas, con plazos distintos, con condiciones de credito distintas.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ese trabajo se hace a mano: planillas de Excel, cadenas de WhatsApp, decisiones basadas en intuicion. Una semana de demora en la urea durante la siembra puede costar 5 a 12% del rinde.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4663440" cy="1234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0" y="1828800"/>
            <a:ext cx="73152" cy="1234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12140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92440" y="1993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proveedores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244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PY activos en el demo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3291840"/>
            <a:ext cx="4663440" cy="1234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3291840"/>
            <a:ext cx="73152" cy="1234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58444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92440" y="3456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+ PYG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092440" y="3977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normalizacion FX necesaria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949440" y="4754880"/>
            <a:ext cx="4663440" cy="1234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49440" y="4754880"/>
            <a:ext cx="73152" cy="1234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504748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2440" y="49194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 12%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092440" y="5440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rinde perdido por demora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oficial: registrar solicitudes, cargar cotizaciones, comparar, recomendar y negociar  -  todo sobre Oracle APEX, con agentes 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AgroBuy: pipeline end-to-end en 3 segundos.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80060" y="2286000"/>
            <a:ext cx="2057400" cy="2377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2011680"/>
            <a:ext cx="548640" cy="5486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889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Recibir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71500" y="3977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solicitudes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74036" y="3474720"/>
            <a:ext cx="155448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66060" y="2286000"/>
            <a:ext cx="2057400" cy="2377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2011680"/>
            <a:ext cx="548640" cy="5486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8892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7500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857500" y="3977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extractor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860036" y="3474720"/>
            <a:ext cx="155448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052060" y="2286000"/>
            <a:ext cx="2057400" cy="2377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06440" y="2011680"/>
            <a:ext cx="548640" cy="5486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788920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43500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Calificar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143500" y="3977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anomaly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dual scoring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146036" y="3474720"/>
            <a:ext cx="155448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338060" y="2286000"/>
            <a:ext cx="2057400" cy="2377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92440" y="2011680"/>
            <a:ext cx="548640" cy="5486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92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788920"/>
            <a:ext cx="640080" cy="6400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29500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Recomendar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7429500" y="3977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explicable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432036" y="3474720"/>
            <a:ext cx="155448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624060" y="2286000"/>
            <a:ext cx="2057400" cy="23774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378440" y="2011680"/>
            <a:ext cx="548640" cy="5486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378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0" y="2788920"/>
            <a:ext cx="640080" cy="6400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715500" y="3566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Negociar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9715500" y="39776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PY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48640" y="5212080"/>
            <a:ext cx="109728" cy="109728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1440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Comprador agro abre la solicitud, hace un click, lee la recomendacion, manda el email. La IA hace el trabajo pesado en el medio.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Cooperativa Coopagro, urea para zafra soja 26/27.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035040" cy="43891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Rojas, compradora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Necesito 200 toneladas de urea entregadas antes del 15 de octubre. Cuatro proveedores ya cotizaron. Proveedor Agro 2 esta 18% por debajo del catalogo. Proveedor Agro 1 tarda 14 dias. Proveedor Agro 4 pide 50% adelantado. ¿Cual elijo?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05840" y="5394960"/>
            <a:ext cx="137160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5532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AgroBuy responde con score, justificacion y email listo  -  todo en 3 segundos.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1828800"/>
            <a:ext cx="2331720" cy="12801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02996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Itapua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178040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PY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464040" y="1828800"/>
            <a:ext cx="2331720" cy="12801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02996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92640" y="2423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prov.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692640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el demo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49440" y="3291840"/>
            <a:ext cx="2331720" cy="12801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49300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886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17804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 solicitada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464040" y="3291840"/>
            <a:ext cx="2331720" cy="12801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3493008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92640" y="3886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oct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9692640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siembra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949440" y="4892040"/>
            <a:ext cx="4846320" cy="1188720"/>
          </a:xfrm>
          <a:prstGeom prst="rect">
            <a:avLst/>
          </a:prstGeom>
          <a:solidFill>
            <a:srgbClr val="D8F3DC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223760" y="5029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cotizaciones cargadas en el demo  ·  157 entregas historicas  ·  6 productos del catalogo agro PY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APEX consume, FastAPI orquesta, agentes deciden.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280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6712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Layer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373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Buyer-facing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214884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2148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 -  6 paginas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82128" y="2148840"/>
            <a:ext cx="146304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82128" y="214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mock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2514600"/>
            <a:ext cx="201168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514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+ detalle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99248" y="251460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99248" y="2514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+ recommend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246120"/>
            <a:ext cx="11064240" cy="12801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246120"/>
            <a:ext cx="109728" cy="1280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630168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3736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Layer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73736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577840" y="3611880"/>
            <a:ext cx="212140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77840" y="361188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 REST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808976" y="361188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808976" y="3611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agentes LLM + fallback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577840" y="3977640"/>
            <a:ext cx="157276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7784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260336" y="3977640"/>
            <a:ext cx="1901952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60336" y="397764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por tenant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48640" y="4709160"/>
            <a:ext cx="109728" cy="1280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93208"/>
            <a:ext cx="594360" cy="5943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73736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+ ML Layer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17373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scikit + APIs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5577840" y="507492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577840" y="5074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(5 mig.)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882128" y="507492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882128" y="5074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v1, AUC 0.748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5577840" y="544068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577840" y="5440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cache 6h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7882128" y="5440680"/>
            <a:ext cx="2194560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882128" y="5440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USD/PYG cache 1h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llama solo REST: cero duplicacion de schema. ngrok expone el backend local durante el demo.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esto no es otro wrapper de LLM.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2900" y="1874520"/>
            <a:ext cx="3703320" cy="19659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2103120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258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8740" y="2039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48740" y="2514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LLM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" y="29260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Extractor, comparador, recomendador, negociador  -  todos con fallback deterministico.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29100" y="1874520"/>
            <a:ext cx="3703320" cy="19659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7700" y="2103120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148" y="22585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4940" y="2039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0.748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234940" y="2514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del GBM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457700" y="29260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GradientBoostingClassifier real, entrenado sobre 329 muestras. Predice cumplimiento del proveedor.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15300" y="1874520"/>
            <a:ext cx="3703320" cy="19659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43900" y="2103120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22585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21140" y="2039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z-score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121140" y="25146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43900" y="29260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contra bandas del catalogo agro. Proveedor Agro 2 flagged en el demo por estar 18% bajo.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42900" y="4023360"/>
            <a:ext cx="3703320" cy="19659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71500" y="4251960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" y="440740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48740" y="4187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1348740" y="4663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71500" y="5074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0.45 weather + 0.40 stock + 0.15 vol.  ·  Offer 0.35 ML + 0.40 terms + 0.25 delivery.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29100" y="4023360"/>
            <a:ext cx="3703320" cy="19659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457700" y="4251960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148" y="440740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34940" y="4187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000" dirty="0"/>
          </a:p>
        </p:txBody>
      </p:sp>
      <p:sp>
        <p:nvSpPr>
          <p:cNvPr id="33" name="Text 26"/>
          <p:cNvSpPr/>
          <p:nvPr/>
        </p:nvSpPr>
        <p:spPr>
          <a:xfrm>
            <a:off x="5234940" y="4663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457700" y="5074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climatico por departamento PY. Itapua, Alto Parana, Caaguazu, 17 dpto cubiertos.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115300" y="4023360"/>
            <a:ext cx="3703320" cy="196596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343900" y="4251960"/>
            <a:ext cx="640080" cy="64008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9348" y="4407408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21140" y="4187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000" dirty="0"/>
          </a:p>
        </p:txBody>
      </p:sp>
      <p:sp>
        <p:nvSpPr>
          <p:cNvPr id="39" name="Text 31"/>
          <p:cNvSpPr/>
          <p:nvPr/>
        </p:nvSpPr>
        <p:spPr>
          <a:xfrm>
            <a:off x="9121140" y="4663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USD/PYG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343900" y="5074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en vivo desde open.er-api.com con fallback. Cotizaciones siempre normalizadas.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scores ortogonales, una matriz de decision.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 Score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TAN URGENTE ES COMPRAR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440680" cy="30632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26080"/>
            <a:ext cx="777240" cy="64008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2926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por dpto PY, ventana de siembra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777240" cy="64008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8404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+ 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4160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actual vs lead time del proveedor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754880"/>
            <a:ext cx="777240" cy="64008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548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754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FX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3080" y="5074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 USD/PYG de los ultimos dias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44068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 Score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29400" y="2286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TAN BUENA ES LA COTIZACION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606040"/>
            <a:ext cx="5440680" cy="30632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926080"/>
            <a:ext cx="777240" cy="64008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9260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2926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3246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p_on_time del GBM, AUC 0.748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3840480"/>
            <a:ext cx="777240" cy="64008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8404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0" y="38404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98080" y="4160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normalizado FX, credito, descuentos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754880"/>
            <a:ext cx="777240" cy="640080"/>
          </a:xfrm>
          <a:prstGeom prst="ellipse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7548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98080" y="4754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498080" y="5074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vs deadline + historial reciente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Matriz: </a:t>
            </a: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buy_now  ·  buy_with_followup  ·  hold  ·  reject  </a:t>
            </a:r>
            <a:r>
              <a:rPr lang="en-US" sz="1400" i="1" dirty="0">
                <a:solidFill>
                  <a:srgbClr val="7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(banda explicable, no caja negra)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LLM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especialistas, cada uno con fallback.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32120" cy="20574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2057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957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1945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Extractor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74520" y="26060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crudo &gt; JSON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0632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cotizacion como llega del proveedor (email, PDF, chat) y la convierte en datos estructurados con unidades, moneda y plazos.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532120" cy="20574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828800"/>
            <a:ext cx="109728" cy="2057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29400" y="219456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39572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0" y="21945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Comparador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589520" y="26060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quotes &gt; tabla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629400" y="30632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N cotizaciones a la misma moneda y unidad. Aplica FX en vivo. Resalta brechas y outliers.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069080"/>
            <a:ext cx="5532120" cy="20574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4069080"/>
            <a:ext cx="109728" cy="2057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4400" y="443484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63600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745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Recomendador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874520" y="4846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markdown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1440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dual score, ML output y senales externas en una recomendacion explicable con citas a evidencia.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63640" y="4069080"/>
            <a:ext cx="5532120" cy="20574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63640" y="4069080"/>
            <a:ext cx="109728" cy="2057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29400" y="4434840"/>
            <a:ext cx="777240" cy="77724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4636008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895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Negociador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589520" y="4846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&gt; email PY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62940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mensaje de negociacion en espanol, tono agro paraguayo, listo para copiar al WhatsApp o correo.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LLM falla o esta caido, cada agente cae a un fallback deterministico. El demo no se rompe nunca.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ARC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segundos, una decision tomada.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828800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828800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828800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Ana Rojas, Cooperativa Coopagro.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414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2441448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441448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44144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Inbox: 5 solicitudes activas. Abrir la de urea zafra soja 26/27.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540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00:20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91640" y="3054096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3054096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054096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Detalle: 4 cotizaciones recibidas. Click 'Comparar y recomendar'.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666744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667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00:35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691640" y="3666744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1640" y="3666744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666744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normalizada con FX del dia. Proveedor Agro 2 flagged como anomalia.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279392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79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00:45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691640" y="4279392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4279392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4279392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corre 3 segundos. Recomendacion: Proveedor Agro 1, score 65.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892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01:05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691640" y="4892040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91640" y="4892040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74520" y="4892040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buy_with_followup. 3 score cards. Markdown con citas.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504688"/>
            <a:ext cx="100584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5046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01:25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691640" y="5504688"/>
            <a:ext cx="9921240" cy="50292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91640" y="5504688"/>
            <a:ext cx="54864" cy="502920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55046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mensaje de negociacion. Email tono agro PY listo.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4 cotizaciones a una decision defendible: 90 segundos.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verde, salvo el shell de APEX.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606040" cy="14630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11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62/62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procurement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14630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011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totales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2606040" cy="14630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2011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7220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606040" cy="146304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2011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96112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data sources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263347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200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0" spc="200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kern="0" spc="200" dirty="0">
                          <a:solidFill>
                            <a:srgbClr val="D4A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del repo + scaffold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layer: requests, suppliers, audit, RLS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signals: Open-Meteo + FX USD/PYG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+ ML: dual score + GBM + anomaly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agents: 4 agentes con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+ 3 endpoints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app: 6 paginas (build guide listo)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87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D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Fixtures: 8 prov, 5 sol, 15 cot, 157 deliv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164592" cy="164592"/>
          </a:xfrm>
          <a:prstGeom prst="ellipse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21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falta para subir al escenario.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2900" y="1828800"/>
            <a:ext cx="3703320" cy="4206240"/>
          </a:xfrm>
          <a:prstGeom prst="rect">
            <a:avLst/>
          </a:prstGeom>
          <a:solidFill>
            <a:srgbClr val="FCE9C4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" y="1828800"/>
            <a:ext cx="3703320" cy="640080"/>
          </a:xfrm>
          <a:prstGeom prst="rect">
            <a:avLst/>
          </a:prstGeom>
          <a:solidFill>
            <a:srgbClr val="A87E4A"/>
          </a:solidFill>
          <a:ln w="12700">
            <a:solidFill>
              <a:srgbClr val="A87E4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33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29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Critico para el demo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7220" y="26974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6 paginas APEX  -  4 horas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+ URL inyectada como BACKEND_URL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Setear LLM_API_KEY en .env.local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LLM 30s antes del demo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respaldo grabado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el arc dos veces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29100" y="1828800"/>
            <a:ext cx="3703320" cy="4206240"/>
          </a:xfrm>
          <a:prstGeom prst="rect">
            <a:avLst/>
          </a:prstGeom>
          <a:solidFill>
            <a:srgbClr val="D8F3DC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29100" y="1828800"/>
            <a:ext cx="370332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691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opcional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3420" y="26974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bandas para flag mas claro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 real en el extractor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endpoint por proveedor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 (pagina 8)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Lovable alternativo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5300" y="1828800"/>
            <a:ext cx="3703320" cy="4206240"/>
          </a:xfrm>
          <a:prstGeom prst="rect">
            <a:avLst/>
          </a:prstGeom>
          <a:solidFill>
            <a:srgbClr val="F8F9F6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15300" y="1828800"/>
            <a:ext cx="3703320" cy="640080"/>
          </a:xfrm>
          <a:prstGeom prst="rect">
            <a:avLst/>
          </a:prstGeom>
          <a:solidFill>
            <a:srgbClr val="5C6B5E"/>
          </a:solidFill>
          <a:ln w="12700">
            <a:solidFill>
              <a:srgbClr val="5C6B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0" y="199339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553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hace falta para el demo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89620" y="26974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machinery formal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en vivo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OCI / Render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carga 50+ cotizaciones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LLM en tests del orchestrator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esta listo. El demo se gana o se pierde en APEX y en los ensayos.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492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EL ESCENARIO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compra mejor por solicitud, mil por zafra.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AgroBuy convierte el ojo del comprador agro paraguayo en un sistema repetible: dato climatico en vivo, ML real, agentes con fallback, y una recomendacion que se puede defender frente al consejo de la cooperativa.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361188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D6A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5120640"/>
            <a:ext cx="54864" cy="914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257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APEX + FastAPI + 4 LLM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34840" y="5120640"/>
            <a:ext cx="361188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D6A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5120640"/>
            <a:ext cx="54864" cy="914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5257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Cooperativa Coopagro, Itapua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0" y="5120640"/>
            <a:ext cx="361188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D6A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5120640"/>
            <a:ext cx="54864" cy="914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58200" y="5257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PASO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58200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APEX y ensayar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7C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  hackathon deep dive 2026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110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803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03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068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16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109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120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258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771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643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047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87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1259</Words>
  <Application>Microsoft Office PowerPoint</Application>
  <PresentationFormat>Panorámica</PresentationFormat>
  <Paragraphs>237</Paragraphs>
  <Slides>24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AgroBuy: Copiloto Inteligente de Compras</dc:title>
  <dc:subject>PptxGenJS Presentation</dc:subject>
  <dc:creator>Samuel - AgroBuy</dc:creator>
  <cp:lastModifiedBy>Franco Cazal</cp:lastModifiedBy>
  <cp:revision>2</cp:revision>
  <dcterms:created xsi:type="dcterms:W3CDTF">2026-04-29T18:09:08Z</dcterms:created>
  <dcterms:modified xsi:type="dcterms:W3CDTF">2026-04-30T01:29:15Z</dcterms:modified>
</cp:coreProperties>
</file>